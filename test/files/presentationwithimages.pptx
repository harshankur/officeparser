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581703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581703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75817036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7581703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text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dog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dog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525" y="760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Scanned doc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_select-area_202511201346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606" y="0"/>
            <a:ext cx="400278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