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2.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theme" Target="theme/theme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Comment: # TestString: Hello from custom props</a:t>
            </a:r>
            <a:endParaRPr lang="en-US" dirty="0"/>
          </a:p>
          <a:p>
            <a:pPr>
              <a:buNone/>
            </a:pPr>
            <a:r>
              <a:rPr lang="en-US" dirty="0"/>
              <a:t>Comment: # TestNumber: 42</a:t>
            </a:r>
            <a:endParaRPr lang="en-US" dirty="0"/>
          </a:p>
          <a:p>
            <a:pPr>
              <a:buNone/>
            </a:pPr>
            <a:r>
              <a:rPr lang="en-US" dirty="0"/>
              <a:t>Comment: # TestBool: true</a:t>
            </a:r>
            <a:endParaRPr lang="en-US" dirty="0"/>
          </a:p>
          <a:p>
            <a:pPr>
              <a:buNone/>
            </a:pPr>
            <a:r>
              <a:rPr lang="en-US" dirty="0"/>
              <a:t>Comment: # Sheet: Sheet1</a:t>
            </a:r>
            <a:endParaRPr lang="en-US" dirty="0"/>
          </a:p>
          <a:p>
            <a:pPr>
              <a:buNone/>
            </a:pPr>
            <a:r>
              <a:rPr lang="en-US" dirty="0"/>
              <a:t>Comment: # Sheet: Sheet2</a:t>
            </a:r>
            <a:endParaRPr lang="en-US" dirty="0"/>
          </a:p>
          <a:p>
            <a:pPr>
              <a:buNone/>
            </a:pPr>
            <a:r>
              <a:rPr lang="en-US" dirty="0"/>
              <a:t>Comment: # Sheet: Sheet3</a:t>
            </a:r>
            <a:endParaRPr lang="en-US" dirty="0"/>
          </a:p>
          <a:p>
            <a:pPr>
              <a:buNone/>
            </a:pPr>
            <a:r>
              <a:rPr lang="en-US" dirty="0"/>
              <a:t>Comment: # Sheet: Sheet4</a:t>
            </a:r>
            <a:endParaRPr lang="en-US" dirty="0"/>
          </a:p>
          <a:p>
            <a:pPr>
              <a:buNone/>
            </a:pPr>
            <a:r>
              <a:rPr lang="en-US" dirty="0"/>
              <a:t>Comment: # Sheet: Sheet5</a:t>
            </a:r>
            <a:endParaRPr lang="en-US" dirty="0"/>
          </a:p>
          <a:p>
            <a:pPr>
              <a:buNone/>
            </a:pPr>
            <a:r>
              <a:rPr lang="en-US" dirty="0"/>
              <a:t>Comment: # Sheet: Sheet6</a:t>
            </a:r>
            <a:endParaRPr lang="en-US" dirty="0"/>
          </a:p>
          <a:p>
            <a:pPr>
              <a:buNone/>
            </a:pPr>
            <a:r>
              <a:rPr lang="en-US" dirty="0"/>
              <a:t>Comment: # Sheet: Sheet7</a:t>
            </a:r>
            <a:endParaRPr lang="en-US" dirty="0"/>
          </a:p>
          <a:p>
            <a:pPr>
              <a:buNone/>
            </a:pPr>
            <a:r>
              <a:rPr lang="en-US" dirty="0"/>
              <a:t>Comment: # Sheet: Sheet8</a:t>
            </a:r>
            <a:endParaRPr lang="en-US" dirty="0"/>
          </a:p>
          <a:p>
            <a:pPr>
              <a:buNone/>
            </a:pPr>
            <a:r>
              <a:rPr lang="en-US" dirty="0"/>
              <a:t>Comment: # Sheet: Chart Sheet</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 Modified: 12/26/2025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11:08:56 AM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 see the DOCX conversion in action, simply add this file to calibre using the “Add Books” button and then click “Convert”.  Set the output format in the top right corner of the conversion dialog to EPUB or AZW3 and click “OK”.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Inline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is some bold, italic, bold-italic, underlined and struck out  text. Then, we have a superscript and a subscript. Now we see some red, green and blue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paragraph with styled text: subtle emphasis  followed by strong text and intense emphasis.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Fun with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has embedded the Ubuntu font family. The body text is in the Ubuntu typeface, here is some text in the Ubuntu Mono typeface, notice how every letter has the same width, even i and m.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Source: Fictitious data, for illustration purposes only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Structural Elements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 &amp; Endnotes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Footnotes1 and endnotesi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Dropcaps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Links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kinds of links are possible, those that refer to an external website and those that refer to locations inside the document itself. Both are supported by calibre. For example, here is a link pointing to the calibre download page. Then we have a link that points back to the section on paragraph level formatting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Images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no analogous technology in ebooks, so the conversion will usually end up placing the image either centered or floating close to the point in the text where it was inserted,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Bulleted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Numbered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Multi-level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Continued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Charts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1227667">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12</Slides>
</Properties>
</file>

<file path=docProps/core.xml><?xml version="1.0" encoding="utf-8"?>
<cp:coreProperties xmlns:cp="http://schemas.openxmlformats.org/package/2006/metadata/core-properties" xmlns:dc="http://purl.org/dc/elements/1.1/" xmlns:dcterms="http://purl.org/dc/terms/" xmlns:xsi="http://www.w3.org/2001/XMLSchema-instance">
  <dc:title>Sheet1</dc:title>
  <dcterms:created xsi:type="dcterms:W3CDTF">2024-01-01T00:00:00Z</dcterms:created>
  <dcterms:modified xsi:type="dcterms:W3CDTF">2024-01-01T00:00:00Z</dcterms:modified>
</cp:coreProperties>
</file>