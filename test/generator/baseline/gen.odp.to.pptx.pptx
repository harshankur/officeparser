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1.</a:t>
            </a:r>
            <a:endParaRPr lang="en-US" sz="1200" dirty="0"/>
          </a:p>
          <a:p>
            <a:pPr algn="r">
              <a:buNone/>
            </a:pPr>
            <a:r>
              <a:rPr lang="en-US" sz="1200" dirty="0">
                <a:solidFill>
                  <a:srgbClr val="000000"/>
                </a:solidFill>
                <a:latin typeface="Calibri"/>
              </a:rPr>
              <a:t>1</a:t>
            </a:r>
            <a:endParaRPr lang="en-US" sz="1200"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Slide Note 2. This is a</a:t>
            </a:r>
            <a:r>
              <a:rPr lang="en-US" sz="1200" dirty="0">
                <a:solidFill>
                  <a:srgbClr val="000000"/>
                </a:solidFill>
                <a:latin typeface="Calibri"/>
              </a:rPr>
              <a:t> </a:t>
            </a:r>
            <a:r>
              <a:rPr lang="en-US" sz="1200" b="1" dirty="0">
                <a:solidFill>
                  <a:srgbClr val="000000"/>
                </a:solidFill>
                <a:latin typeface="Calibri"/>
              </a:rPr>
              <a:t>bold</a:t>
            </a:r>
            <a:r>
              <a:rPr lang="en-US" sz="1200" dirty="0">
                <a:solidFill>
                  <a:srgbClr val="000000"/>
                </a:solidFill>
                <a:latin typeface="Calibri"/>
              </a:rPr>
              <a:t> </a:t>
            </a:r>
            <a:r>
              <a:rPr lang="en-US" sz="1200" dirty="0">
                <a:solidFill>
                  <a:srgbClr val="000000"/>
                </a:solidFill>
                <a:latin typeface="Calibri"/>
              </a:rPr>
              <a:t>text, but no</a:t>
            </a:r>
            <a:r>
              <a:rPr lang="en-US" sz="1200" dirty="0">
                <a:solidFill>
                  <a:srgbClr val="000000"/>
                </a:solidFill>
                <a:latin typeface="Calibri"/>
              </a:rPr>
              <a:t> </a:t>
            </a:r>
            <a:r>
              <a:rPr lang="en-US" sz="1200" i="1" dirty="0">
                <a:solidFill>
                  <a:srgbClr val="000000"/>
                </a:solidFill>
                <a:latin typeface="Calibri"/>
              </a:rPr>
              <a:t>italic</a:t>
            </a:r>
            <a:r>
              <a:rPr lang="en-US" sz="1200" dirty="0">
                <a:solidFill>
                  <a:srgbClr val="000000"/>
                </a:solidFill>
                <a:latin typeface="Calibri"/>
              </a:rPr>
              <a:t>. Let's strike</a:t>
            </a:r>
            <a:r>
              <a:rPr lang="en-US" sz="1200" dirty="0">
                <a:solidFill>
                  <a:srgbClr val="000000"/>
                </a:solidFill>
                <a:latin typeface="Calibri"/>
              </a:rPr>
              <a:t> </a:t>
            </a:r>
            <a:r>
              <a:rPr lang="en-US" sz="1200" strike="sngStrike" dirty="0">
                <a:solidFill>
                  <a:srgbClr val="000000"/>
                </a:solidFill>
                <a:latin typeface="Calibri"/>
              </a:rPr>
              <a:t>that</a:t>
            </a:r>
            <a:r>
              <a:rPr lang="en-US" sz="1200" dirty="0">
                <a:solidFill>
                  <a:srgbClr val="000000"/>
                </a:solidFill>
                <a:latin typeface="Calibri"/>
              </a:rPr>
              <a:t> </a:t>
            </a:r>
            <a:r>
              <a:rPr lang="en-US" sz="1200" dirty="0">
                <a:solidFill>
                  <a:srgbClr val="000000"/>
                </a:solidFill>
                <a:latin typeface="Calibri"/>
              </a:rPr>
              <a:t>out.</a:t>
            </a:r>
            <a:endParaRPr lang="en-US" sz="1200" dirty="0"/>
          </a:p>
          <a:p>
            <a:pPr algn="r">
              <a:buNone/>
            </a:pPr>
            <a:r>
              <a:rPr lang="en-US" sz="1200" dirty="0">
                <a:solidFill>
                  <a:srgbClr val="000000"/>
                </a:solidFill>
                <a:latin typeface="Calibri"/>
              </a:rPr>
              <a:t>2</a:t>
            </a:r>
            <a:endParaRPr lang="en-US" sz="1200"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And then about tables</a:t>
            </a:r>
            <a:endParaRPr lang="en-US" sz="1200" dirty="0"/>
          </a:p>
          <a:p>
            <a:pPr algn="r">
              <a:buNone/>
            </a:pPr>
            <a:r>
              <a:rPr lang="en-US" sz="1200" dirty="0">
                <a:solidFill>
                  <a:srgbClr val="000000"/>
                </a:solidFill>
                <a:latin typeface="Calibri"/>
              </a:rPr>
              <a:t>3</a:t>
            </a:r>
            <a:endParaRPr lang="en-US" sz="1200"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sz="1200" dirty="0">
                <a:solidFill>
                  <a:srgbClr val="000000"/>
                </a:solidFill>
                <a:latin typeface="Calibri"/>
              </a:rPr>
              <a:t>Now calendars</a:t>
            </a:r>
            <a:endParaRPr lang="en-US" sz="1200" dirty="0"/>
          </a:p>
          <a:p>
            <a:pPr>
              <a:buNone/>
            </a:pPr>
            <a:endParaRPr lang="en-US" dirty="0"/>
          </a:p>
          <a:p>
            <a:pPr marL="228600" indent="-177800">
              <a:buFont typeface="+mj-lt"/>
              <a:buAutoNum type="arabicPeriod"/>
            </a:pPr>
            <a:r>
              <a:rPr lang="en-US" sz="1200" dirty="0">
                <a:solidFill>
                  <a:srgbClr val="000000"/>
                </a:solidFill>
                <a:latin typeface="Calibri"/>
              </a:rPr>
              <a:t>Sun</a:t>
            </a:r>
            <a:endParaRPr lang="en-US" sz="1200" dirty="0"/>
          </a:p>
          <a:p>
            <a:pPr marL="228600" indent="-177800">
              <a:buFont typeface="+mj-lt"/>
              <a:buAutoNum type="arabicPeriod"/>
            </a:pPr>
            <a:r>
              <a:rPr lang="en-US" sz="1200" dirty="0">
                <a:solidFill>
                  <a:srgbClr val="000000"/>
                </a:solidFill>
                <a:latin typeface="Calibri"/>
              </a:rPr>
              <a:t>Mon</a:t>
            </a:r>
            <a:endParaRPr lang="en-US" sz="1200" dirty="0"/>
          </a:p>
          <a:p>
            <a:pPr>
              <a:buNone/>
            </a:pPr>
            <a:endParaRPr lang="en-US" dirty="0"/>
          </a:p>
          <a:p>
            <a:pPr>
              <a:buNone/>
            </a:pPr>
            <a:r>
              <a:rPr lang="en-US" sz="1200" dirty="0">
                <a:solidFill>
                  <a:srgbClr val="000000"/>
                </a:solidFill>
                <a:latin typeface="Calibri"/>
              </a:rPr>
              <a:t>7. Sat</a:t>
            </a:r>
            <a:endParaRPr lang="en-US" sz="1200" dirty="0"/>
          </a:p>
          <a:p>
            <a:pPr algn="r">
              <a:buNone/>
            </a:pPr>
            <a:r>
              <a:rPr lang="en-US" sz="1200" dirty="0">
                <a:solidFill>
                  <a:srgbClr val="000000"/>
                </a:solidFill>
                <a:latin typeface="Calibri"/>
              </a:rPr>
              <a:t>5</a:t>
            </a:r>
            <a:endParaRPr lang="en-US" sz="1200"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0" y="0"/>
            <a:ext cx="12192000" cy="6857365"/>
          </a:xfrm>
          <a:prstGeom prst="non-primitive">
            <a:avLst/>
          </a:prstGeom>
          <a:solidFill>
            <a:srgbClr val="156082"/>
          </a:solidFill>
          <a:ln>
            <a:noFill/>
          </a:ln>
        </p:spPr>
        <p:txBody>
          <a:bodyPr wrap="square" lIns="91440" tIns="45720" rIns="91440" bIns="45720" anchor="ctr" rtlCol="0">
            <a:normAutofit/>
          </a:bodyPr>
          <a:lstStyle/>
          <a:p>
            <a:pPr algn="ctr">
              <a:buNone/>
            </a:pPr>
            <a:endParaRPr lang="en-US" dirty="0"/>
          </a:p>
        </p:txBody>
      </p:sp>
      <p:sp>
        <p:nvSpPr>
          <p:cNvPr id="3" name="Text 3"/>
          <p:cNvSpPr/>
          <p:nvPr/>
        </p:nvSpPr>
        <p:spPr>
          <a:xfrm>
            <a:off x="0" y="1216660"/>
            <a:ext cx="195834" cy="673481"/>
          </a:xfrm>
          <a:prstGeom prst="non-primitive">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4" name="Text 4"/>
          <p:cNvSpPr/>
          <p:nvPr/>
        </p:nvSpPr>
        <p:spPr>
          <a:xfrm>
            <a:off x="267843" y="1216660"/>
            <a:ext cx="195834" cy="673481"/>
          </a:xfrm>
          <a:prstGeom prst="non-primitive">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5" name="Text 5"/>
          <p:cNvSpPr/>
          <p:nvPr/>
        </p:nvSpPr>
        <p:spPr>
          <a:xfrm>
            <a:off x="535686" y="1216660"/>
            <a:ext cx="195834" cy="673481"/>
          </a:xfrm>
          <a:prstGeom prst="non-primitive">
            <a:avLst/>
          </a:prstGeom>
          <a:solidFill>
            <a:srgbClr val="0F9ED5"/>
          </a:solidFill>
          <a:ln>
            <a:noFill/>
          </a:ln>
        </p:spPr>
        <p:txBody>
          <a:bodyPr wrap="square" lIns="91440" tIns="45720" rIns="91440" bIns="45720" anchor="ctr" rtlCol="0">
            <a:normAutofit/>
          </a:bodyPr>
          <a:lstStyle/>
          <a:p>
            <a:pPr algn="ctr">
              <a:buNone/>
            </a:pPr>
            <a:endParaRPr lang="en-US" dirty="0"/>
          </a:p>
        </p:txBody>
      </p:sp>
      <p:sp>
        <p:nvSpPr>
          <p:cNvPr id="6" name="Text 6"/>
          <p:cNvSpPr/>
          <p:nvPr/>
        </p:nvSpPr>
        <p:spPr>
          <a:xfrm>
            <a:off x="640080" y="613918"/>
            <a:ext cx="10907522" cy="1894078"/>
          </a:xfrm>
          <a:prstGeom prst="non-primitive">
            <a:avLst/>
          </a:prstGeom>
          <a:solidFill>
            <a:srgbClr val="FFFFFF"/>
          </a:solidFill>
          <a:ln>
            <a:noFill/>
          </a:ln>
        </p:spPr>
        <p:txBody>
          <a:bodyPr wrap="square" lIns="91440" tIns="45720" rIns="91440" bIns="45720" anchor="ctr" rtlCol="0">
            <a:normAutofit/>
          </a:bodyPr>
          <a:lstStyle/>
          <a:p>
            <a:pPr algn="ctr">
              <a:buNone/>
            </a:pPr>
            <a:endParaRPr lang="en-US" dirty="0"/>
          </a:p>
        </p:txBody>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dirty="0">
                <a:solidFill>
                  <a:srgbClr val="000000"/>
                </a:solidFill>
                <a:latin typeface="Ubuntu"/>
              </a:rPr>
              <a:t>script</a:t>
            </a:r>
            <a:r>
              <a:rPr lang="en-US" sz="1200" dirty="0">
                <a:solidFill>
                  <a:srgbClr val="000000"/>
                </a:solidFill>
                <a:latin typeface="Ubuntu"/>
              </a:rPr>
              <a:t> and a sub</a:t>
            </a:r>
            <a:r>
              <a:rPr lang="en-US" sz="12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a:t>
            </a:r>
            <a:r>
              <a:rPr lang="en-US" sz="1200" dirty="0">
                <a:solidFill>
                  <a:srgbClr val="000000"/>
                </a:solidFill>
                <a:latin typeface="Ubuntu"/>
              </a:rPr>
              <a:t>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a:p>
            <a:pPr algn="ctr">
              <a:buNone/>
            </a:pPr>
            <a:endParaRPr lang="en-US"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a:p>
            <a:pPr>
              <a:buNone/>
            </a:pPr>
            <a:endParaRPr lang="en-US"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lgn="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lgn="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274"/>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dirty="0">
                <a:solidFill>
                  <a:srgbClr val="000000"/>
                </a:solidFill>
                <a:latin typeface="Ubuntu"/>
              </a:rPr>
              <a:t>1</a:t>
            </a:r>
            <a:r>
              <a:rPr lang="en-US" sz="1200" dirty="0">
                <a:solidFill>
                  <a:srgbClr val="000000"/>
                </a:solidFill>
                <a:latin typeface="Ubuntu"/>
              </a:rPr>
              <a:t> and</a:t>
            </a:r>
            <a:r>
              <a:rPr lang="en-US" sz="1200" dirty="0">
                <a:solidFill>
                  <a:srgbClr val="000000"/>
                </a:solidFill>
                <a:latin typeface="Ubuntu"/>
              </a:rPr>
              <a:t> </a:t>
            </a:r>
            <a:r>
              <a:rPr lang="en-US" sz="1200" dirty="0">
                <a:solidFill>
                  <a:srgbClr val="000000"/>
                </a:solidFill>
                <a:latin typeface="Ubuntu"/>
              </a:rPr>
              <a:t>endnotes</a:t>
            </a:r>
            <a:r>
              <a:rPr lang="en-US" sz="12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a:t>
            </a:r>
            <a:r>
              <a:rPr lang="en-US" sz="1200" dirty="0">
                <a:solidFill>
                  <a:srgbClr val="000000"/>
                </a:solidFill>
                <a:latin typeface="Ubuntu"/>
              </a:rPr>
              <a:t>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rPr>
              <a:t>paragraph level formatting</a:t>
            </a:r>
            <a:r>
              <a:rPr lang="en-US" sz="1200" dirty="0">
                <a:solidFill>
                  <a:srgbClr val="000000"/>
                </a:solidFill>
                <a:latin typeface="Ubuntu"/>
              </a:rPr>
              <a:t> in this document.</a:t>
            </a:r>
            <a:endParaRPr lang="en-US" sz="1200" dirty="0"/>
          </a:p>
          <a:p>
            <a:pPr>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p:cNvPicPr>
            <a:picLocks noChangeAspect="1"/>
          </p:cNvPicPr>
          <p:nvPr/>
        </p:nvPicPr>
        <p:blipFill>
          <a:blip r:embed="rId2"/>
          <a:stretch>
            <a:fillRect/>
          </a:stretch>
        </p:blipFill>
        <p:spPr>
          <a:xfrm>
            <a:off x="4059428" y="1323086"/>
            <a:ext cx="3574542" cy="3574542"/>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a:p>
            <a:pPr algn="ctr">
              <a:buNone/>
            </a:pP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a:p>
            <a:pPr algn="ctr">
              <a:buNone/>
            </a:pPr>
            <a:endParaRPr lang="en-US"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Font typeface="+mj-lt"/>
              <a:buAutoNum type="arabicPeriod"/>
            </a:pP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Font typeface="+mj-lt"/>
              <a:buAutoNum type="arabicPeriod"/>
            </a:pP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Font typeface="+mj-lt"/>
              <a:buAutoNum type="arabicPeriod"/>
            </a:pPr>
            <a:r>
              <a:rPr lang="en-US" sz="1200" dirty="0">
                <a:solidFill>
                  <a:srgbClr val="000000"/>
                </a:solidFill>
                <a:latin typeface="Ubuntu"/>
              </a:rPr>
              <a:t>One</a:t>
            </a:r>
            <a:endParaRPr lang="en-US" sz="1200" dirty="0"/>
          </a:p>
          <a:p>
            <a:pPr marL="457200" indent="-177800" lvl="1">
              <a:buFont typeface="+mj-lt"/>
              <a:buAutoNum type="arabicPeriod"/>
            </a:pPr>
            <a:r>
              <a:rPr lang="en-US" sz="1200" dirty="0">
                <a:solidFill>
                  <a:srgbClr val="000000"/>
                </a:solidFill>
                <a:latin typeface="Ubuntu"/>
              </a:rPr>
              <a:t>Two</a:t>
            </a:r>
            <a:endParaRPr lang="en-US" sz="1200" dirty="0"/>
          </a:p>
          <a:p>
            <a:pPr marL="685800" indent="-177800" lvl="2">
              <a:buFont typeface="+mj-lt"/>
              <a:buAutoNum type="arabicPeriod"/>
            </a:pPr>
            <a:r>
              <a:rPr lang="en-US" sz="1200" dirty="0">
                <a:solidFill>
                  <a:srgbClr val="000000"/>
                </a:solidFill>
                <a:latin typeface="Ubuntu"/>
              </a:rPr>
              <a:t>Three</a:t>
            </a:r>
            <a:endParaRPr lang="en-US" sz="1200" dirty="0"/>
          </a:p>
          <a:p>
            <a:pPr marL="685800" indent="-177800" lvl="2">
              <a:buFont typeface="+mj-lt"/>
              <a:buAutoNum type="arabicPeriod"/>
            </a:pP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Font typeface="+mj-lt"/>
              <a:buAutoNum type="arabicPeriod"/>
            </a:pPr>
            <a:r>
              <a:rPr lang="en-US" sz="1200" dirty="0">
                <a:solidFill>
                  <a:srgbClr val="000000"/>
                </a:solidFill>
                <a:latin typeface="Ubuntu"/>
              </a:rPr>
              <a:t>Five</a:t>
            </a:r>
            <a:endParaRPr lang="en-US" sz="1200" dirty="0"/>
          </a:p>
          <a:p>
            <a:pPr marL="228600" indent="-177800">
              <a:buFont typeface="+mj-lt"/>
              <a:buAutoNum type="arabicPeriod"/>
            </a:pPr>
            <a:r>
              <a:rPr lang="en-US" sz="1200" dirty="0">
                <a:solidFill>
                  <a:srgbClr val="000000"/>
                </a:solidFill>
                <a:latin typeface="Ubuntu"/>
              </a:rPr>
              <a:t>Six</a:t>
            </a:r>
            <a:endParaRPr lang="en-US" sz="1200" dirty="0"/>
          </a:p>
          <a:p>
            <a:pPr>
              <a:buNone/>
            </a:pPr>
            <a:endParaRPr lang="en-US"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Font typeface="+mj-lt"/>
              <a:buAutoNum type="arabicPeriod"/>
            </a:pPr>
            <a:r>
              <a:rPr lang="en-US" sz="1200" dirty="0">
                <a:solidFill>
                  <a:srgbClr val="000000"/>
                </a:solidFill>
                <a:latin typeface="Ubuntu"/>
              </a:rPr>
              <a:t>One</a:t>
            </a:r>
            <a:endParaRPr lang="en-US" sz="1200" dirty="0"/>
          </a:p>
          <a:p>
            <a:pPr marL="228600" indent="-177800">
              <a:buFont typeface="+mj-lt"/>
              <a:buAutoNum type="arabicPeriod"/>
            </a:pP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Font typeface="+mj-lt"/>
              <a:buAutoNum type="arabicPeriod"/>
            </a:pPr>
            <a:r>
              <a:rPr lang="en-US" sz="1200" dirty="0">
                <a:solidFill>
                  <a:srgbClr val="000000"/>
                </a:solidFill>
                <a:latin typeface="Ubuntu"/>
              </a:rPr>
              <a:t>We now resume our normal programming</a:t>
            </a:r>
            <a:endParaRPr lang="en-US" sz="1200" dirty="0"/>
          </a:p>
          <a:p>
            <a:pPr marL="228600" indent="-177800">
              <a:buFont typeface="+mj-lt"/>
              <a:buAutoNum type="arabicPeriod"/>
            </a:pP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499"/>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latin typeface="Aptos Display"/>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