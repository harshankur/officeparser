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457200" y="279400"/>
            <a:ext cx="8229600" cy="4546600"/>
          </a:xfrm>
          <a:prstGeom prst="rect">
            <a:avLst/>
          </a:prstGeom>
          <a:noFill/>
          <a:ln>
            <a:noFill/>
          </a:ln>
        </p:spPr>
        <p:txBody>
          <a:bodyPr wrap="square" anchor="t" rtlCol="0">
            <a:normAutofit/>
          </a:bodyPr>
          <a:lstStyle/>
          <a:p>
            <a:pPr>
              <a:buNone/>
            </a:pPr>
            <a:r>
              <a:rPr lang="en-US" sz="2600" dirty="0">
                <a:solidFill>
                  <a:srgbClr val="17365D"/>
                </a:solidFill>
                <a:latin typeface="Ubuntu"/>
              </a:rPr>
              <a:t>Demonstration of DOCX support in calibre</a:t>
            </a:r>
            <a:endParaRPr lang="en-US" sz="2600" dirty="0"/>
          </a:p>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 links, dropcaps and various types of text and paragraph level formatting.</a:t>
            </a:r>
            <a:endParaRPr lang="en-US" sz="1200" dirty="0"/>
          </a:p>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 </a:t>
            </a:r>
            <a:r>
              <a:rPr lang="en-US" sz="1200" b="1" dirty="0">
                <a:latin typeface="Ubuntu"/>
              </a:rPr>
              <a:t>bold, </a:t>
            </a:r>
            <a:r>
              <a:rPr lang="en-US" sz="1200" i="1" dirty="0">
                <a:latin typeface="Ubuntu"/>
              </a:rPr>
              <a:t>italic, </a:t>
            </a:r>
            <a:r>
              <a:rPr lang="en-US" sz="1200" b="1" i="1" dirty="0">
                <a:latin typeface="Ubuntu"/>
              </a:rPr>
              <a:t>bold-italic, </a:t>
            </a:r>
            <a:r>
              <a:rPr lang="en-US" sz="1200" u="sng" dirty="0">
                <a:latin typeface="Ubuntu"/>
              </a:rPr>
              <a:t>underlined </a:t>
            </a:r>
            <a:r>
              <a:rPr lang="en-US" sz="1200" dirty="0">
                <a:latin typeface="Ubuntu"/>
              </a:rPr>
              <a:t>and </a:t>
            </a:r>
            <a:r>
              <a:rPr lang="en-US" sz="1200" strike="sngStrike" dirty="0">
                <a:latin typeface="Ubuntu"/>
              </a:rPr>
              <a:t>struck out </a:t>
            </a:r>
            <a:r>
              <a:rPr lang="en-US" sz="1200" dirty="0">
                <a:latin typeface="Ubuntu"/>
              </a:rPr>
              <a:t> text. Then, we have a super</a:t>
            </a:r>
            <a:r>
              <a:rPr lang="en-US" sz="1200" baseline="30000" dirty="0">
                <a:latin typeface="Ubuntu"/>
              </a:rPr>
              <a:t>script</a:t>
            </a:r>
            <a:r>
              <a:rPr lang="en-US" sz="1200" dirty="0">
                <a:latin typeface="Ubuntu"/>
              </a:rPr>
              <a:t> and a sub</a:t>
            </a:r>
            <a:r>
              <a:rPr lang="en-US" sz="1200" baseline="-25000" dirty="0">
                <a:latin typeface="Ubuntu"/>
              </a:rPr>
              <a:t>script</a:t>
            </a:r>
            <a:r>
              <a:rPr lang="en-US" sz="1200" dirty="0">
                <a:latin typeface="Ubuntu"/>
              </a:rPr>
              <a:t>. Now we see some </a:t>
            </a:r>
            <a:r>
              <a:rPr lang="en-US" sz="1200" dirty="0">
                <a:solidFill>
                  <a:srgbClr val="FF0000"/>
                </a:solidFill>
                <a:latin typeface="Ubuntu"/>
              </a:rPr>
              <a:t>red</a:t>
            </a:r>
            <a:r>
              <a:rPr lang="en-US" sz="1200" dirty="0">
                <a:latin typeface="Ubuntu"/>
              </a:rPr>
              <a:t>, </a:t>
            </a:r>
            <a:r>
              <a:rPr lang="en-US" sz="1200" dirty="0">
                <a:solidFill>
                  <a:srgbClr val="92D050"/>
                </a:solidFill>
                <a:latin typeface="Ubuntu"/>
              </a:rPr>
              <a:t>green</a:t>
            </a:r>
            <a:r>
              <a:rPr lang="en-US" sz="1200" dirty="0">
                <a:latin typeface="Ubuntu"/>
              </a:rPr>
              <a:t> and </a:t>
            </a:r>
            <a:r>
              <a:rPr lang="en-US" sz="1200" dirty="0">
                <a:solidFill>
                  <a:srgbClr val="0070C0"/>
                </a:solidFill>
                <a:latin typeface="Ubuntu"/>
              </a:rPr>
              <a:t>blue</a:t>
            </a:r>
            <a:r>
              <a:rPr lang="en-US" sz="1200" dirty="0">
                <a:latin typeface="Ubuntu"/>
              </a:rPr>
              <a:t> text. Some text with a </a:t>
            </a:r>
            <a:r>
              <a:rPr lang="en-US" sz="1200" dirty="0">
                <a:latin typeface="Ubuntu"/>
              </a:rPr>
              <a:t>yellow highlight</a:t>
            </a:r>
            <a:r>
              <a:rPr lang="en-US" sz="1200" dirty="0">
                <a:latin typeface="Ubuntu"/>
              </a:rPr>
              <a:t>. Some text in a box. Some text in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200" dirty="0">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100" b="1" dirty="0">
                          <a:solidFill>
                            <a:srgbClr val="FFFFFF"/>
                          </a:solidFill>
                          <a:latin typeface="Ubuntu"/>
                        </a:rPr>
                        <a:t>ITEM</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NEEDED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Books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Pencils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Highlighter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 colors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Scissors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 pair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solidFill>
                            <a:srgbClr val="000000"/>
                          </a:solidFill>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87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64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Next, we see a table with special formatting in various locations. Notice how the formatting for the header row and sub header rows is preserved.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100" b="1" dirty="0">
                          <a:solidFill>
                            <a:srgbClr val="FFFFFF"/>
                          </a:solidFill>
                          <a:latin typeface="Ubuntu"/>
                        </a:rPr>
                        <a:t>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New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Graduating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Change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Undergraduate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Oak Institute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Elm 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Total</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Fictitious data, for illustration purposes only</a:t>
            </a:r>
            <a:endParaRPr lang="en-US" sz="1000" dirty="0"/>
          </a:p>
          <a:p>
            <a:pPr>
              <a:buNone/>
            </a:pPr>
            <a:r>
              <a:rPr lang="en-US" sz="1200" dirty="0">
                <a:latin typeface="Ubuntu"/>
              </a:rPr>
              <a:t>Next, we have something a little more complex, a nested table, i.e. a table inside another table. Additionally, the inner table has some of its cells merged. The table is displayed horizontally centered.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
Three	Two</a:t>
                      </a:r>
                      <a:endParaRPr lang="en-US" sz="1200" dirty="0"/>
                    </a:p>
                    <a:p>
                      <a:pPr>
                        <a:buNone/>
                      </a:pP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To the left is a table inside a table, with some cells merged.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334818">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Sun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Mon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Tue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Wed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Thu</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Fri</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Sat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16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1227667">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100" dirty="0">
                          <a:solidFill>
                            <a:srgbClr val="365F91"/>
                          </a:solidFill>
                          <a:latin typeface="Ubuntu"/>
                        </a:rPr>
                        <a:t>30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and endnotes</a:t>
            </a:r>
            <a:r>
              <a:rPr lang="en-US" sz="1800" baseline="30000" dirty="0"/>
              <a:t>2</a:t>
            </a:r>
            <a:r>
              <a:rPr lang="en-US" sz="1200" dirty="0">
                <a:latin typeface="Ubuntu"/>
              </a:rPr>
              <a:t> 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latin typeface="Ubuntu"/>
              </a:rPr>
              <a:t>D</a:t>
            </a:r>
            <a:endParaRPr lang="en-US" sz="5850" dirty="0"/>
          </a:p>
          <a:p>
            <a:pPr>
              <a:buNone/>
            </a:pPr>
            <a:r>
              <a:rPr lang="en-US" sz="1200" dirty="0">
                <a:latin typeface="Ubuntu"/>
              </a:rPr>
              <a:t>rop caps are used to emphasize the leading paragraph at the start of a section. In Word it is possible to specify how many lines of text a drop-cap should use.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hlinkClick r:id="rId2"/>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You can see the Table of Contents created by calibre by clicking the Table of Contents button in whatever viewer you are using to view the converted ebook. </a:t>
            </a:r>
            <a:endParaRPr lang="en-US" sz="1200" dirty="0"/>
          </a:p>
          <a:p>
            <a:pPr>
              <a:buNone/>
            </a:pPr>
            <a:r>
              <a:rPr lang="en-US" sz="1000" b="1" u="sng" dirty="0">
                <a:solidFill>
                  <a:srgbClr val="0000FF"/>
                </a:solidFill>
                <a:latin typeface="Ubuntu"/>
              </a:rPr>
              <a:t>Demonstration of DOCX support in calibre</a:t>
            </a:r>
            <a:r>
              <a:rPr lang="en-US" sz="1000" b="1" dirty="0">
                <a:latin typeface="Ubuntu"/>
              </a:rPr>
              <a:t>	</a:t>
            </a:r>
            <a:r>
              <a:rPr lang="en-US" sz="1000" b="1" u="sng" dirty="0">
                <a:solidFill>
                  <a:srgbClr val="0000FF"/>
                </a:solidFill>
                <a:latin typeface="Ubuntu"/>
              </a:rPr>
              <a:t>1</a:t>
            </a:r>
            <a:endParaRPr lang="en-US" sz="1000" dirty="0"/>
          </a:p>
          <a:p>
            <a:pPr>
              <a:buNone/>
            </a:pPr>
            <a:r>
              <a:rPr lang="en-US" sz="1000" b="1" u="sng" dirty="0">
                <a:solidFill>
                  <a:srgbClr val="0000FF"/>
                </a:solidFill>
                <a:latin typeface="Ubuntu"/>
              </a:rPr>
              <a:t>Text Formatting</a:t>
            </a:r>
            <a:r>
              <a:rPr lang="en-US" sz="1000" b="1" dirty="0">
                <a:latin typeface="Ubuntu"/>
              </a:rPr>
              <a:t>	</a:t>
            </a:r>
            <a:r>
              <a:rPr lang="en-US" sz="1000" b="1" u="sng" dirty="0">
                <a:solidFill>
                  <a:srgbClr val="0000FF"/>
                </a:solidFill>
                <a:latin typeface="Ubuntu"/>
              </a:rPr>
              <a:t>1</a:t>
            </a:r>
            <a:endParaRPr lang="en-US" sz="1000" dirty="0"/>
          </a:p>
          <a:p>
            <a:pPr>
              <a:buNone/>
            </a:pPr>
            <a:r>
              <a:rPr lang="en-US" sz="1000" i="1" u="sng" dirty="0">
                <a:solidFill>
                  <a:srgbClr val="0000FF"/>
                </a:solidFill>
                <a:latin typeface="Ubuntu"/>
              </a:rPr>
              <a:t>Inline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Fun with fonts</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Paragraph level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b="1" u="sng" dirty="0">
                <a:solidFill>
                  <a:srgbClr val="0000FF"/>
                </a:solidFill>
                <a:latin typeface="Ubuntu"/>
              </a:rPr>
              <a:t>Tables</a:t>
            </a:r>
            <a:r>
              <a:rPr lang="en-US" sz="1000" b="1" dirty="0">
                <a:latin typeface="Ubuntu"/>
              </a:rPr>
              <a:t>	</a:t>
            </a:r>
            <a:r>
              <a:rPr lang="en-US" sz="1000" b="1" u="sng" dirty="0">
                <a:solidFill>
                  <a:srgbClr val="0000FF"/>
                </a:solidFill>
                <a:latin typeface="Ubuntu"/>
              </a:rPr>
              <a:t>2</a:t>
            </a:r>
            <a:endParaRPr lang="en-US" sz="1000" dirty="0"/>
          </a:p>
          <a:p>
            <a:pPr>
              <a:buNone/>
            </a:pPr>
            <a:r>
              <a:rPr lang="en-US" sz="1000" b="1" u="sng" dirty="0">
                <a:solidFill>
                  <a:srgbClr val="0000FF"/>
                </a:solidFill>
                <a:latin typeface="Ubuntu"/>
              </a:rPr>
              <a:t>Structural Elements</a:t>
            </a:r>
            <a:r>
              <a:rPr lang="en-US" sz="1000" b="1" dirty="0">
                <a:latin typeface="Ubuntu"/>
              </a:rPr>
              <a:t>	</a:t>
            </a:r>
            <a:r>
              <a:rPr lang="en-US" sz="1000" b="1" u="sng" dirty="0">
                <a:solidFill>
                  <a:srgbClr val="0000FF"/>
                </a:solidFill>
                <a:latin typeface="Ubuntu"/>
              </a:rPr>
              <a:t>4</a:t>
            </a:r>
            <a:endParaRPr lang="en-US" sz="1000" dirty="0"/>
          </a:p>
          <a:p>
            <a:pPr>
              <a:buNone/>
            </a:pPr>
            <a:r>
              <a:rPr lang="en-US" sz="1000" i="1" u="sng" dirty="0">
                <a:solidFill>
                  <a:srgbClr val="0000FF"/>
                </a:solidFill>
                <a:latin typeface="Ubuntu"/>
              </a:rPr>
              <a:t>Footnotes &amp; Endnotes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Dropcaps</a:t>
            </a:r>
            <a:r>
              <a:rPr lang="en-US" sz="1000" i="1" dirty="0">
                <a:latin typeface="Ubuntu"/>
              </a:rPr>
              <a:t>	</a:t>
            </a:r>
            <a:r>
              <a:rPr lang="en-US" sz="1000" i="1" u="sng" dirty="0">
                <a:solidFill>
                  <a:srgbClr val="0000FF"/>
                </a:solidFill>
                <a:latin typeface="Ubuntu"/>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latin typeface="Ubuntu"/>
              </a:rPr>
              <a:t>Links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Table of Contents</a:t>
            </a:r>
            <a:r>
              <a:rPr lang="en-US" sz="1000" i="1" dirty="0">
                <a:latin typeface="Ubuntu"/>
              </a:rPr>
              <a:t>	</a:t>
            </a:r>
            <a:r>
              <a:rPr lang="en-US" sz="1000" i="1" u="sng" dirty="0">
                <a:solidFill>
                  <a:srgbClr val="0000FF"/>
                </a:solidFill>
                <a:latin typeface="Ubuntu"/>
              </a:rPr>
              <a:t>5</a:t>
            </a:r>
            <a:endParaRPr lang="en-US" sz="1000" dirty="0"/>
          </a:p>
          <a:p>
            <a:pPr>
              <a:buNone/>
            </a:pPr>
            <a:r>
              <a:rPr lang="en-US" sz="1000" b="1" u="sng" dirty="0">
                <a:solidFill>
                  <a:srgbClr val="0000FF"/>
                </a:solidFill>
                <a:latin typeface="Ubuntu"/>
              </a:rPr>
              <a:t>Images</a:t>
            </a:r>
            <a:r>
              <a:rPr lang="en-US" sz="1000" b="1" dirty="0">
                <a:latin typeface="Ubuntu"/>
              </a:rPr>
              <a:t>	</a:t>
            </a:r>
            <a:r>
              <a:rPr lang="en-US" sz="1000" b="1" u="sng" dirty="0">
                <a:solidFill>
                  <a:srgbClr val="0000FF"/>
                </a:solidFill>
                <a:latin typeface="Ubuntu"/>
              </a:rPr>
              <a:t>6</a:t>
            </a:r>
            <a:endParaRPr lang="en-US" sz="1000" dirty="0"/>
          </a:p>
          <a:p>
            <a:pPr>
              <a:buNone/>
            </a:pPr>
            <a:r>
              <a:rPr lang="en-US" sz="1000" b="1" u="sng" dirty="0">
                <a:solidFill>
                  <a:srgbClr val="0000FF"/>
                </a:solidFill>
                <a:latin typeface="Ubuntu"/>
              </a:rPr>
              <a:t>Lists</a:t>
            </a:r>
            <a:r>
              <a:rPr lang="en-US" sz="1000" b="1" dirty="0">
                <a:latin typeface="Ubuntu"/>
              </a:rPr>
              <a:t>	</a:t>
            </a:r>
            <a:r>
              <a:rPr lang="en-US" sz="1000" b="1" u="sng" dirty="0">
                <a:solidFill>
                  <a:srgbClr val="0000FF"/>
                </a:solidFill>
                <a:latin typeface="Ubuntu"/>
              </a:rPr>
              <a:t>7</a:t>
            </a:r>
            <a:endParaRPr lang="en-US" sz="1000" dirty="0"/>
          </a:p>
          <a:p>
            <a:pPr>
              <a:buNone/>
            </a:pPr>
            <a:r>
              <a:rPr lang="en-US" sz="1000" i="1" u="sng" dirty="0">
                <a:solidFill>
                  <a:srgbClr val="0000FF"/>
                </a:solidFill>
                <a:latin typeface="Ubuntu"/>
              </a:rPr>
              <a:t>Bulleted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Numbered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Multi-level Lists</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Continued Lists</a:t>
            </a:r>
            <a:r>
              <a:rPr lang="en-US" sz="1000" i="1" dirty="0">
                <a:latin typeface="Ubuntu"/>
              </a:rPr>
              <a:t>	</a:t>
            </a:r>
            <a:r>
              <a:rPr lang="en-US" sz="1000" i="1" u="sng" dirty="0">
                <a:solidFill>
                  <a:srgbClr val="0000FF"/>
                </a:solidFill>
                <a:latin typeface="Ubuntu"/>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One</a:t>
            </a:r>
            <a:endParaRPr lang="en-US" sz="1200" dirty="0"/>
          </a:p>
          <a:p>
            <a:pPr marL="228600" indent="-177800">
              <a:buFont typeface="Arial"/>
              <a:buChar char="•"/>
            </a:pPr>
            <a:r>
              <a:rPr lang="en-US" sz="1200" dirty="0">
                <a:latin typeface="Ubuntu"/>
              </a:rPr>
              <a:t>Two</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 with a very long line to demonstrate that the hanging indent for the list is working correctly</a:t>
            </a:r>
            <a:endParaRPr lang="en-US" sz="1200" dirty="0"/>
          </a:p>
          <a:p>
            <a:pPr marL="228600" indent="-177800">
              <a:buNone/>
            </a:pPr>
            <a:r>
              <a:rPr lang="en-US" sz="1200" dirty="0">
                <a:latin typeface="Ubuntu"/>
              </a:rPr>
              <a:t>2.	</a:t>
            </a:r>
            <a:r>
              <a:rPr lang="en-US" sz="1200" dirty="0">
                <a:latin typeface="Ubuntu"/>
              </a:rPr>
              <a:t>Two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a:t>
            </a:r>
            <a:endParaRPr lang="en-US" sz="1200" dirty="0"/>
          </a:p>
          <a:p>
            <a:pPr marL="457200" indent="-177800" lvl="1">
              <a:buNone/>
            </a:pPr>
            <a:r>
              <a:rPr lang="en-US" sz="1200" dirty="0">
                <a:latin typeface="Ubuntu"/>
              </a:rPr>
              <a:t>1.	</a:t>
            </a:r>
            <a:r>
              <a:rPr lang="en-US" sz="1200" dirty="0">
                <a:latin typeface="Ubuntu"/>
              </a:rPr>
              <a:t>Two</a:t>
            </a:r>
            <a:endParaRPr lang="en-US" sz="1200" dirty="0"/>
          </a:p>
          <a:p>
            <a:pPr marL="685800" indent="-177800" lvl="2">
              <a:buNone/>
            </a:pPr>
            <a:r>
              <a:rPr lang="en-US" sz="1200" dirty="0">
                <a:latin typeface="Ubuntu"/>
              </a:rPr>
              <a:t>1.	</a:t>
            </a:r>
            <a:r>
              <a:rPr lang="en-US" sz="1200" dirty="0">
                <a:latin typeface="Ubuntu"/>
              </a:rPr>
              <a:t>Three</a:t>
            </a:r>
            <a:endParaRPr lang="en-US" sz="1200" dirty="0"/>
          </a:p>
          <a:p>
            <a:pPr marL="685800" indent="-177800" lvl="2">
              <a:buNone/>
            </a:pPr>
            <a:r>
              <a:rPr lang="en-US" sz="1200" dirty="0">
                <a:latin typeface="Ubuntu"/>
              </a:rPr>
              <a:t>2.	</a:t>
            </a:r>
            <a:r>
              <a:rPr lang="en-US" sz="1200" dirty="0">
                <a:latin typeface="Ubuntu"/>
              </a:rPr>
              <a:t>Four with a very long line to demonstrate that the hanging indent for the list is working correctly.</a:t>
            </a:r>
            <a:endParaRPr lang="en-US" sz="1200" dirty="0"/>
          </a:p>
          <a:p>
            <a:pPr marL="685800" indent="-177800" lvl="2">
              <a:buNone/>
            </a:pPr>
            <a:r>
              <a:rPr lang="en-US" sz="1200" dirty="0">
                <a:latin typeface="Ubuntu"/>
              </a:rPr>
              <a:t>3.	</a:t>
            </a:r>
            <a:r>
              <a:rPr lang="en-US" sz="1200" dirty="0">
                <a:latin typeface="Ubuntu"/>
              </a:rPr>
              <a:t>Five</a:t>
            </a:r>
            <a:endParaRPr lang="en-US" sz="1200" dirty="0"/>
          </a:p>
          <a:p>
            <a:pPr marL="228600" indent="-177800">
              <a:buNone/>
            </a:pPr>
            <a:r>
              <a:rPr lang="en-US" sz="1200" dirty="0">
                <a:latin typeface="Ubuntu"/>
              </a:rPr>
              <a:t>2.	</a:t>
            </a:r>
            <a:r>
              <a:rPr lang="en-US" sz="1200" dirty="0">
                <a:latin typeface="Ubuntu"/>
              </a:rPr>
              <a:t>Six</a:t>
            </a:r>
            <a:endParaRPr lang="en-US" sz="1200" dirty="0"/>
          </a:p>
          <a:p>
            <a:pPr>
              <a:buNone/>
            </a:pPr>
            <a:r>
              <a:rPr lang="en-US" sz="1200" dirty="0">
                <a:latin typeface="Ubuntu"/>
              </a:rPr>
              <a:t>A Multi-level list with bullets:</a:t>
            </a:r>
            <a:endParaRPr lang="en-US" sz="1200" dirty="0"/>
          </a:p>
          <a:p>
            <a:pPr marL="228600" indent="-177800">
              <a:buFont typeface="Arial"/>
              <a:buChar char="•"/>
            </a:pPr>
            <a:r>
              <a:rPr lang="en-US" sz="1200" dirty="0">
                <a:latin typeface="Ubuntu"/>
              </a:rPr>
              <a:t>One</a:t>
            </a:r>
            <a:endParaRPr lang="en-US" sz="1200" dirty="0"/>
          </a:p>
          <a:p>
            <a:pPr marL="457200" indent="-177800" lvl="1">
              <a:buFont typeface="Arial"/>
              <a:buChar char="•"/>
            </a:pPr>
            <a:r>
              <a:rPr lang="en-US" sz="1200" dirty="0">
                <a:latin typeface="Ubuntu"/>
              </a:rPr>
              <a:t>Two</a:t>
            </a:r>
            <a:endParaRPr lang="en-US" sz="1200" dirty="0"/>
          </a:p>
          <a:p>
            <a:pPr marL="685800" indent="-177800" lvl="2">
              <a:buFont typeface="Arial"/>
              <a:buChar char="•"/>
            </a:pPr>
            <a:r>
              <a:rPr lang="en-US" sz="1200" dirty="0">
                <a:latin typeface="Ubuntu"/>
              </a:rPr>
              <a:t>This bullet uses an image as the bullet item</a:t>
            </a:r>
            <a:endParaRPr lang="en-US" sz="1200" dirty="0"/>
          </a:p>
          <a:p>
            <a:pPr marL="914400" indent="-177800" lvl="3">
              <a:buFont typeface="Arial"/>
              <a:buChar char="•"/>
            </a:pPr>
            <a:r>
              <a:rPr lang="en-US" sz="1200" dirty="0">
                <a:latin typeface="Ubuntu"/>
              </a:rPr>
              <a:t>Four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Five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a:t>
            </a:r>
            <a:endParaRPr lang="en-US" sz="1200" dirty="0"/>
          </a:p>
          <a:p>
            <a:pPr marL="228600" indent="-177800">
              <a:buNone/>
            </a:pPr>
            <a:r>
              <a:rPr lang="en-US" sz="1200" dirty="0">
                <a:latin typeface="Ubuntu"/>
              </a:rPr>
              <a:t>2.	</a:t>
            </a:r>
            <a:r>
              <a:rPr lang="en-US" sz="1200" dirty="0">
                <a:latin typeface="Ubuntu"/>
              </a:rPr>
              <a:t>Two</a:t>
            </a:r>
            <a:endParaRPr lang="en-US" sz="1200" dirty="0"/>
          </a:p>
          <a:p>
            <a:pPr>
              <a:buNone/>
            </a:pPr>
            <a:r>
              <a:rPr lang="en-US" sz="1200" dirty="0">
                <a:latin typeface="Ubuntu"/>
              </a:rPr>
              <a:t>An interruption in our regularly scheduled listing, for this essential and very relevant public service announcement.</a:t>
            </a:r>
            <a:endParaRPr lang="en-US" sz="1200" dirty="0"/>
          </a:p>
          <a:p>
            <a:pPr marL="228600" indent="-177800">
              <a:buNone/>
            </a:pPr>
            <a:r>
              <a:rPr lang="en-US" sz="1200" dirty="0">
                <a:latin typeface="Ubuntu"/>
              </a:rPr>
              <a:t>3.	</a:t>
            </a:r>
            <a:r>
              <a:rPr lang="en-US" sz="1200" dirty="0">
                <a:latin typeface="Ubuntu"/>
              </a:rPr>
              <a:t>We now resume our normal programming</a:t>
            </a:r>
            <a:endParaRPr lang="en-US" sz="1200" dirty="0"/>
          </a:p>
          <a:p>
            <a:pPr marL="228600" indent="-177800">
              <a:buNone/>
            </a:pPr>
            <a:r>
              <a:rPr lang="en-US" sz="1200" dirty="0">
                <a:latin typeface="Ubuntu"/>
              </a:rPr>
              <a:t>4.	</a:t>
            </a:r>
            <a:r>
              <a:rPr lang="en-US" sz="1200" dirty="0">
                <a:latin typeface="Ubuntu"/>
              </a:rPr>
              <a:t>Four</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2024-01-01T00:00:00Z</dcterms:created>
  <dcterms:modified xsi:type="dcterms:W3CDTF">2024-01-01T00:00:00Z</dcterms:modified>
</cp:coreProperties>
</file>