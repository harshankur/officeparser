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279400"/>
            <a:ext cx="8229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b" rtlCol="0">
            <a:normAutofit/>
          </a:bodyPr>
          <a:lstStyle/>
          <a:p>
            <a:pPr>
              <a:buNone/>
            </a:pPr>
            <a:r>
              <a:rPr lang="en-US" sz="2800" b="1" dirty="0"/>
              <a:t>ODG Test Drawing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279400"/>
            <a:ext cx="8229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b" rtlCol="0">
            <a:normAutofit/>
          </a:bodyPr>
          <a:lstStyle/>
          <a:p>
            <a:pPr>
              <a:buNone/>
            </a:pPr>
            <a:r>
              <a:rPr lang="en-US" sz="2800" b="1" dirty="0"/>
              <a:t>ODG Test Drawing</a:t>
            </a:r>
            <a:endParaRPr lang="en-US" sz="2800" dirty="0"/>
          </a:p>
        </p:txBody>
      </p:sp>
      <p:sp>
        <p:nvSpPr>
          <p:cNvPr id="3" name="Text 3"/>
          <p:cNvSpPr txBox="1"/>
          <p:nvPr/>
        </p:nvSpPr>
        <p:spPr>
          <a:xfrm>
            <a:off x="457200" y="1143000"/>
            <a:ext cx="8229600" cy="368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normAutofit/>
          </a:bodyPr>
          <a:lstStyle/>
          <a:p>
            <a:pPr>
              <a:buNone/>
            </a:pPr>
            <a:r>
              <a:rPr lang="en-US" sz="1800" dirty="0"/>
              <a:t>Flowchart Demonstration Diagram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Start: begin the process here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Decision: is the condition satisfied?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Grouped shape A with a descriptive label</a:t>
            </a:r>
            <a:endParaRPr lang="en-US" sz="1800" dirty="0"/>
          </a:p>
          <a:p>
            <a:pPr>
              <a:buNone/>
            </a:pPr>
            <a:r>
              <a:rPr lang="en-US" sz="1800" dirty="0"/>
              <a:t>Grouped shape B beside it in the same group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279400"/>
            <a:ext cx="8229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b" rtlCol="0">
            <a:normAutofit/>
          </a:bodyPr>
          <a:lstStyle/>
          <a:p>
            <a:pPr>
              <a:buNone/>
            </a:pPr>
            <a:r>
              <a:rPr lang="en-US" sz="2800" b="1" dirty="0"/>
              <a:t>ODG Test Drawing</a:t>
            </a:r>
            <a:endParaRPr lang="en-US" sz="2800" dirty="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0" y="1143000"/>
            <a:ext cx="368300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457200" y="279400"/>
            <a:ext cx="8229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b" rtlCol="0">
            <a:normAutofit/>
          </a:bodyPr>
          <a:lstStyle/>
          <a:p>
            <a:pPr>
              <a:buNone/>
            </a:pPr>
            <a:r>
              <a:rPr lang="en-US" sz="2800" b="1" dirty="0"/>
              <a:t>ODG Test Drawing</a:t>
            </a:r>
            <a:endParaRPr lang="en-US" sz="2800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57200" y="1143000"/>
          <a:ext cx="8229600" cy="3683000"/>
        </p:xfrm>
        <a:graphic>
          <a:graphicData uri="http://schemas.openxmlformats.org/drawingml/2006/table">
            <a:tbl>
              <a:tblPr firstRow="1"/>
              <a:tblGrid>
                <a:gridCol w="979714"/>
                <a:gridCol w="979714"/>
                <a:gridCol w="6270171"/>
              </a:tblGrid>
              <a:tr h="1227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Name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Value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Description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1227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Alpha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42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The first data row of the table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1227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Beta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17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The second data row of the table</a:t>
                      </a:r>
                      <a:endParaRPr lang="en-US" sz="1200" dirty="0"/>
                    </a:p>
                  </a:txBody>
                  <a:tcPr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officeParser</Application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ODG Test Drawing</dc:title>
  <dc:creator>officeParser</dc:creator>
  <dcterms:created xsi:type="dcterms:W3CDTF">2023-12-31T23:00:00Z</dcterms:created>
  <dcterms:modified xsi:type="dcterms:W3CDTF">2024-01-01T00:00:00Z</dcterms:modified>
</cp:coreProperties>
</file>