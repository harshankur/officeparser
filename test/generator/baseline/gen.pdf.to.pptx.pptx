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0242"/>
            <a:ext cx="5343906" cy="7561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03180"/>
            <a:ext cx="5477002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11196"/>
            <a:ext cx="5891276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14294"/>
            <a:ext cx="587438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13231"/>
            <a:ext cx="13877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75435"/>
            <a:ext cx="13481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777365"/>
            <a:ext cx="549275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77225"/>
            <a:ext cx="5869305" cy="6101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94720"/>
            <a:ext cx="5935091" cy="8089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47770"/>
            <a:ext cx="11395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48557"/>
            <a:ext cx="5919978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00549"/>
            <a:ext cx="21442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096129"/>
            <a:ext cx="5674233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01132"/>
            <a:ext cx="858901" cy="20180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086253"/>
            <a:ext cx="5917946" cy="10044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13231"/>
            <a:ext cx="5618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29944"/>
            <a:ext cx="3577844" cy="12082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41346"/>
            <a:ext cx="5924804" cy="600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44088"/>
            <a:ext cx="5542788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62423"/>
            <a:ext cx="5783580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0515"/>
            <a:ext cx="298221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10106"/>
            <a:ext cx="5792978" cy="6052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093680"/>
            <a:ext cx="5913247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12491"/>
            <a:ext cx="20072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640"/>
              </a:lnSpc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13231"/>
            <a:ext cx="17034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842762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78660"/>
            <a:ext cx="17548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80209"/>
            <a:ext cx="5920232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25166"/>
            <a:ext cx="7433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753995"/>
            <a:ext cx="529971" cy="8915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7020"/>
              </a:lnSpc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25382"/>
            <a:ext cx="5073650" cy="6052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74745"/>
            <a:ext cx="4137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875532"/>
            <a:ext cx="5929630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27524"/>
            <a:ext cx="141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29454"/>
            <a:ext cx="5545963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599430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0105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6458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09309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53784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744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2919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3681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129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2576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024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8771"/>
            <a:ext cx="5631942" cy="438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08431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29106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7383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183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596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0408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13231"/>
            <a:ext cx="603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698617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074283"/>
            <a:ext cx="587692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14781" y="8271701"/>
            <a:ext cx="5797042" cy="433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138"/>
              </a:lnSpc>
              <a:buNone/>
            </a:pPr>
            <a:r>
              <a:rPr lang="en-US" sz="650" dirty="0">
                <a:latin typeface="Ubuntu"/>
              </a:rPr>
              <a:t>i </a:t>
            </a:r>
            <a:r>
              <a:rPr lang="en-US" sz="1000" dirty="0">
                <a:latin typeface="Ubuntu"/>
              </a:rPr>
              <a:t>Endnotes are typically used for longer notes, they remain endnotes when converted into ebook</a:t>
            </a:r>
            <a:br>
              <a:rPr lang="en-US" dirty="0"/>
            </a:br>
            <a:r>
              <a:rPr lang="en-US" sz="1000" dirty="0">
                <a:latin typeface="Ubuntu"/>
              </a:rPr>
              <a:t>form, except that they have an additional backlink to make it easy to return to the current position</a:t>
            </a:r>
            <a:br>
              <a:rPr lang="en-US" dirty="0"/>
            </a:br>
            <a:r>
              <a:rPr lang="en-US" sz="1000" dirty="0">
                <a:latin typeface="Ubuntu"/>
              </a:rPr>
              <a:t>after reading the note.</a:t>
            </a:r>
            <a:endParaRPr lang="en-US" sz="650" dirty="0"/>
          </a:p>
        </p:txBody>
      </p:sp>
      <p:sp>
        <p:nvSpPr>
          <p:cNvPr id="4" name="Text 4"/>
          <p:cNvSpPr txBox="1"/>
          <p:nvPr/>
        </p:nvSpPr>
        <p:spPr>
          <a:xfrm>
            <a:off x="3684651" y="1213231"/>
            <a:ext cx="4036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431290"/>
            <a:ext cx="5823585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1978660"/>
            <a:ext cx="1009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416685" y="220726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416685" y="2414016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2741041"/>
            <a:ext cx="11553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416685" y="2936621"/>
            <a:ext cx="5271516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1416685" y="3360420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3690620"/>
            <a:ext cx="1274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1143635" y="390652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4109720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1601216" y="4309745"/>
            <a:ext cx="10881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1.1.1.	</a:t>
            </a: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1236091" y="4496054"/>
            <a:ext cx="5571998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1.1.2.	</a:t>
            </a: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1601216" y="4916424"/>
            <a:ext cx="9677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1.1.3.	</a:t>
            </a: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143635" y="5116449"/>
            <a:ext cx="4274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143635" y="5316474"/>
            <a:ext cx="2002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143635" y="5520055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143635" y="5729605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1143635" y="5929630"/>
            <a:ext cx="365302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1144016" y="6129655"/>
            <a:ext cx="12331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lnSpc>
                <a:spcPts val="1440"/>
              </a:lnSpc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1143635" y="6332855"/>
            <a:ext cx="5105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14781" y="6660134"/>
            <a:ext cx="12288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6" name="Text 26"/>
          <p:cNvSpPr txBox="1"/>
          <p:nvPr/>
        </p:nvSpPr>
        <p:spPr>
          <a:xfrm>
            <a:off x="1416685" y="6879209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416685" y="7079234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372235" y="7265162"/>
            <a:ext cx="5188712" cy="4005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416685" y="7686040"/>
            <a:ext cx="31076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iii.	</a:t>
            </a: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1416685" y="7886065"/>
            <a:ext cx="5473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iv.	</a:t>
            </a: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