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theme" Target="theme/theme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To see the DOCX conversion in action, simply add this file to calibre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00" dirty="0">
                          <a:solidFill>
                            <a:srgbClr val="000000"/>
                          </a:solidFill>
                          <a:latin typeface="Ubuntu"/>
                        </a:rPr>
                        <a:t>script</a:t>
                      </a:r>
                      <a:r>
                        <a:rPr lang="en-US" sz="1200" dirty="0">
                          <a:solidFill>
                            <a:srgbClr val="000000"/>
                          </a:solidFill>
                          <a:latin typeface="Ubuntu"/>
                        </a:rPr>
                        <a:t> and a sub</a:t>
                      </a:r>
                      <a:r>
                        <a:rPr lang="en-US" sz="9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i and m</a:t>
                      </a:r>
                      <a:r>
                        <a:rPr lang="en-US" sz="1200" dirty="0">
                          <a:solidFill>
                            <a:srgbClr val="000000"/>
                          </a:solidFill>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a:t>
                      </a:r>
                      <a:br>
                        <a:rPr lang="en-US" dirty="0"/>
                      </a:br>
                      <a:r>
                        <a:rPr lang="en-US" sz="1200" dirty="0">
                          <a:solidFill>
                            <a:srgbClr val="000000"/>
                          </a:solidFill>
                          <a:latin typeface="Ubuntu"/>
                        </a:rPr>
                        <a:t>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Footnotes</a:t>
                      </a:r>
                      <a:r>
                        <a:rPr lang="en-US" sz="900" dirty="0">
                          <a:solidFill>
                            <a:srgbClr val="000000"/>
                          </a:solidFill>
                          <a:latin typeface="Ubuntu"/>
                        </a:rPr>
                        <a:t>1</a:t>
                      </a:r>
                      <a:r>
                        <a:rPr lang="en-US" sz="1200" dirty="0">
                          <a:solidFill>
                            <a:srgbClr val="000000"/>
                          </a:solidFill>
                          <a:latin typeface="Ubuntu"/>
                        </a:rPr>
                        <a:t> and endnotes</a:t>
                      </a:r>
                      <a:r>
                        <a:rPr lang="en-US" sz="9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00" dirty="0">
                          <a:solidFill>
                            <a:srgbClr val="000000"/>
                          </a:solidFill>
                          <a:latin typeface="Ubuntu"/>
                        </a:rPr>
                        <a:t>D </a:t>
                      </a:r>
                      <a:endParaRPr lang="en-US" sz="58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solidFill>
                            <a:srgbClr val="000000"/>
                          </a:solidFill>
                          <a:latin typeface="Ubuntu"/>
                        </a:rPr>
                        <a:t>. Then we have a link that points back to the section on </a:t>
                      </a:r>
                      <a:r>
                        <a:rPr lang="en-US" sz="1200" u="sng" dirty="0">
                          <a:solidFill>
                            <a:srgbClr val="0000FF"/>
                          </a:solidFill>
                          <a:latin typeface="Ubuntu"/>
                        </a:rPr>
                        <a:t>paragraph level formatting</a:t>
                      </a:r>
                      <a:r>
                        <a:rPr lang="en-US" sz="1200" dirty="0">
                          <a:solidFill>
                            <a:srgbClr val="000000"/>
                          </a:solidFill>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920750">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000000"/>
                          </a:solidFill>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Chart_Sheet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122218"/>
                <a:gridCol w="748145"/>
                <a:gridCol w="1870364"/>
                <a:gridCol w="1496291"/>
                <a:gridCol w="1496291"/>
                <a:gridCol w="1496291"/>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4.4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Chart_Sheet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001795"/>
                <a:gridCol w="2001795"/>
                <a:gridCol w="2001795"/>
              </a:tblGrid>
              <a:tr h="613833">
                <a:tc gridSpan="4">
                  <a:txBody>
                    <a:bodyPr/>
                    <a:lstStyle/>
                    <a:p>
                      <a:pPr>
                        <a:buNone/>
                      </a:pPr>
                      <a:r>
                        <a:rPr lang="en-US" sz="1200" b="1" dirty="0"/>
                        <a:t>Chart Title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D2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E2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F2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18</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