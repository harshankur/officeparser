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theme" Target="theme/theme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demonstrates the ability of the </a:t>
                      </a:r>
                      <a:r>
                        <a:rPr lang="en-US" sz="1200" dirty="0">
                          <a:solidFill>
                            <a:srgbClr val="000000"/>
                          </a:solidFill>
                          <a:latin typeface="Ubuntu"/>
                        </a:rPr>
                        <a:t>calibre</a:t>
                      </a:r>
                      <a:r>
                        <a:rPr lang="en-US" sz="1200" dirty="0">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50" baseline="30000" dirty="0">
                          <a:solidFill>
                            <a:srgbClr val="000000"/>
                          </a:solidFill>
                          <a:latin typeface="Ubuntu"/>
                        </a:rPr>
                        <a:t>script</a:t>
                      </a:r>
                      <a:r>
                        <a:rPr lang="en-US" sz="1200" dirty="0">
                          <a:solidFill>
                            <a:srgbClr val="000000"/>
                          </a:solidFill>
                          <a:latin typeface="Ubuntu"/>
                        </a:rPr>
                        <a:t> and a sub</a:t>
                      </a:r>
                      <a:r>
                        <a:rPr lang="en-US" sz="95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dirty="0">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Footnotes</a:t>
                      </a:r>
                      <a:r>
                        <a:rPr lang="en-US" sz="950" baseline="30000" dirty="0">
                          <a:latin typeface="Ubuntu"/>
                        </a:rPr>
                        <a:t>1</a:t>
                      </a:r>
                      <a:r>
                        <a:rPr lang="en-US" sz="1200" dirty="0">
                          <a:latin typeface="Ubuntu"/>
                        </a:rPr>
                        <a:t> and endnotes</a:t>
                      </a:r>
                      <a:r>
                        <a:rPr lang="en-US" sz="950" baseline="30000" dirty="0">
                          <a:latin typeface="Ubuntu"/>
                        </a:rPr>
                        <a:t>i</a:t>
                      </a:r>
                      <a:r>
                        <a:rPr lang="en-US" sz="1200" dirty="0">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50" dirty="0">
                          <a:latin typeface="Ubuntu"/>
                        </a:rPr>
                        <a:t>D </a:t>
                      </a:r>
                      <a:endParaRPr lang="en-US" sz="585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227667">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Aptos Narrow"/>
                        </a:rPr>
                        <a:t>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Aptos Narrow"/>
                        </a:rPr>
                        <a:t>Category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Aptos Narrow"/>
                        </a:rPr>
                        <a:t>Category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4.4000000000000004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Aptos Narrow"/>
                        </a:rPr>
                        <a:t>Category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Aptos Narrow"/>
                        </a:rPr>
                        <a:t>Category 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18</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